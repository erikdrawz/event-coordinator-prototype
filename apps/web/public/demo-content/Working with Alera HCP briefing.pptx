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A37"/>
                </a:solidFill>
              </a:rPr>
              <a:t>Working with Alera: HCP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D6FD6"/>
                </a:solidFill>
              </a:rPr>
              <a:t>Pre-approved Library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A8C"/>
                </a:solidFill>
              </a:rPr>
              <a:t>Alera Pharma · Demo file, all content is fictional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Background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What we know today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Placeholder for the first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second key message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Placeholder for the third key 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</a:rPr>
              <a:t>Questions for the group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1F2A37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