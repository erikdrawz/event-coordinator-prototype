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Telia: mechanism of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Pre-approved Library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