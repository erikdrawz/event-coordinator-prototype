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Dermalux launch deck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Replaced Library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