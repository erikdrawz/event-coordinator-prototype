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Telia: Nordic registry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Pre-approved Library item · Nordics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