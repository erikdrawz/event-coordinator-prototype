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2A37"/>
                </a:solidFill>
              </a:rPr>
              <a:t>SMA treatment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383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D6FD6"/>
                </a:solidFill>
              </a:rPr>
              <a:t>Advisory board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A8C"/>
                </a:solidFill>
              </a:rPr>
              <a:t>Alera Pharma · Demo file, all content is fictional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F2A37"/>
                </a:solidFill>
              </a:rPr>
              <a:t>Background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What we know today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Discussion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Key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F2A37"/>
                </a:solidFill>
              </a:rPr>
              <a:t>Placeholder for the first key message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Placeholder for the second key message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Placeholder for the third key message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F2A37"/>
                </a:solidFill>
              </a:rPr>
              <a:t>Questions for the group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